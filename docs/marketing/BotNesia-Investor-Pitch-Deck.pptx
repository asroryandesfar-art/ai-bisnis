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otnesia-clea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1463040"/>
            <a:ext cx="1371600" cy="137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200400"/>
            <a:ext cx="109115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4F6F8"/>
                </a:solidFill>
                <a:latin typeface="Manrope"/>
              </a:defRPr>
            </a:pPr>
            <a:r>
              <a:t>BotNesia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1D7E8"/>
                </a:solidFill>
                <a:latin typeface="Manrope"/>
              </a:defRPr>
            </a:pPr>
            <a:r>
              <a:t>AI Workforce Platform for Indonesian Businesses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7E8"/>
                </a:solidFill>
                <a:latin typeface="Manrope"/>
              </a:defRPr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4F6F8"/>
                </a:solidFill>
                <a:latin typeface="Manrope"/>
              </a:defRPr>
            </a:pPr>
            <a:r>
              <a:t>Masalah Bisnis Indonesia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91153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0">
                <a:solidFill>
                  <a:srgbClr val="A8B0BF"/>
                </a:solidFill>
                <a:latin typeface="Manrope"/>
              </a:defRPr>
            </a:pPr>
            <a:r>
              <a:t>●  Customer service mahal — gaji tim besar, training berulang</a:t>
            </a:r>
          </a:p>
          <a:p>
            <a:pPr>
              <a:spcAft>
                <a:spcPts val="1400"/>
              </a:spcAft>
              <a:defRPr sz="1700" b="0">
                <a:solidFill>
                  <a:srgbClr val="A8B0BF"/>
                </a:solidFill>
                <a:latin typeface="Manrope"/>
              </a:defRPr>
            </a:pPr>
            <a:r>
              <a:t>●  Respon ke pelanggan lambat, apalagi di luar jam kerja</a:t>
            </a:r>
          </a:p>
          <a:p>
            <a:pPr>
              <a:spcAft>
                <a:spcPts val="1400"/>
              </a:spcAft>
              <a:defRPr sz="1700" b="0">
                <a:solidFill>
                  <a:srgbClr val="A8B0BF"/>
                </a:solidFill>
                <a:latin typeface="Manrope"/>
              </a:defRPr>
            </a:pPr>
            <a:r>
              <a:t>●  Knowledge produk tercecer di banyak orang &amp; dokumen</a:t>
            </a:r>
          </a:p>
          <a:p>
            <a:pPr>
              <a:spcAft>
                <a:spcPts val="1400"/>
              </a:spcAft>
              <a:defRPr sz="1700" b="0">
                <a:solidFill>
                  <a:srgbClr val="A8B0BF"/>
                </a:solidFill>
                <a:latin typeface="Manrope"/>
              </a:defRPr>
            </a:pPr>
            <a:r>
              <a:t>●  Tim kecil, kewalahan menangani lonjakan chat &amp; order</a:t>
            </a:r>
          </a:p>
          <a:p>
            <a:pPr>
              <a:spcAft>
                <a:spcPts val="1400"/>
              </a:spcAft>
              <a:defRPr sz="1700" b="0">
                <a:solidFill>
                  <a:srgbClr val="A8B0BF"/>
                </a:solidFill>
                <a:latin typeface="Manrope"/>
              </a:defRPr>
            </a:pPr>
            <a:r>
              <a:t>●  Tidak ada analitik — keputusan bisnis berdasar tebakan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3550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8B0BF"/>
                </a:solidFill>
                <a:latin typeface="Manrope"/>
              </a:defRPr>
            </a:pPr>
            <a: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7E8"/>
                </a:solidFill>
                <a:latin typeface="Manrope"/>
              </a:defRPr>
            </a:pPr>
            <a: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4F6F8"/>
                </a:solidFill>
                <a:latin typeface="Manrope"/>
              </a:defRPr>
            </a:pPr>
            <a:r>
              <a:t>BotNesia sebagai AI Workforce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91153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A8B0BF"/>
                </a:solidFill>
                <a:latin typeface="Manrope"/>
              </a:defRPr>
            </a:pPr>
            <a:r>
              <a:t>BotNesia menghadirkan tim AI lengkap — bukan satu chatbot, tapi satu</a:t>
            </a:r>
          </a:p>
          <a:p>
            <a:pPr>
              <a:spcAft>
                <a:spcPts val="1200"/>
              </a:spcAft>
              <a:defRPr sz="1700" b="0">
                <a:solidFill>
                  <a:srgbClr val="A8B0BF"/>
                </a:solidFill>
                <a:latin typeface="Manrope"/>
              </a:defRPr>
            </a:pPr>
            <a:r>
              <a:t>tim AI Workforce: Customer Service, Sales, Marketing, Finance, HR,</a:t>
            </a:r>
          </a:p>
          <a:p>
            <a:pPr>
              <a:spcAft>
                <a:spcPts val="1200"/>
              </a:spcAft>
              <a:defRPr sz="1700" b="0">
                <a:solidFill>
                  <a:srgbClr val="A8B0BF"/>
                </a:solidFill>
                <a:latin typeface="Manrope"/>
              </a:defRPr>
            </a:pPr>
            <a:r>
              <a:t>Operations, Security, hingga Executive Assistant — yang bekerja 24/7</a:t>
            </a:r>
          </a:p>
          <a:p>
            <a:pPr>
              <a:spcAft>
                <a:spcPts val="1200"/>
              </a:spcAft>
              <a:defRPr sz="1700" b="0">
                <a:solidFill>
                  <a:srgbClr val="A8B0BF"/>
                </a:solidFill>
                <a:latin typeface="Manrope"/>
              </a:defRPr>
            </a:pPr>
            <a:r>
              <a:t>dan saling terhubung, tanpa bisnis perlu membangun tim teknologi sendiri.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3550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8B0BF"/>
                </a:solidFill>
                <a:latin typeface="Manrope"/>
              </a:defRPr>
            </a:pPr>
            <a: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7E8"/>
                </a:solidFill>
                <a:latin typeface="Manrope"/>
              </a:defRPr>
            </a:pPr>
            <a: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4F6F8"/>
                </a:solidFill>
                <a:latin typeface="Manrope"/>
              </a:defRPr>
            </a:pPr>
            <a:r>
              <a:t>Semua Fitur Utama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91153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0">
                <a:solidFill>
                  <a:srgbClr val="A8B0BF"/>
                </a:solidFill>
                <a:latin typeface="Manrope"/>
              </a:defRPr>
            </a:pPr>
            <a:r>
              <a:t>●  Multi Agent System (Supervisor, CS, Sales, FAQ, Knowledge, Trainer, Memory)</a:t>
            </a:r>
          </a:p>
          <a:p>
            <a:pPr>
              <a:spcAft>
                <a:spcPts val="1400"/>
              </a:spcAft>
              <a:defRPr sz="1700" b="0">
                <a:solidFill>
                  <a:srgbClr val="A8B0BF"/>
                </a:solidFill>
                <a:latin typeface="Manrope"/>
              </a:defRPr>
            </a:pPr>
            <a:r>
              <a:t>●  AI Workforce lintas-domain (Finance, Marketing, HR, Operations, Security, Executive)</a:t>
            </a:r>
          </a:p>
          <a:p>
            <a:pPr>
              <a:spcAft>
                <a:spcPts val="1400"/>
              </a:spcAft>
              <a:defRPr sz="1700" b="0">
                <a:solidFill>
                  <a:srgbClr val="A8B0BF"/>
                </a:solidFill>
                <a:latin typeface="Manrope"/>
              </a:defRPr>
            </a:pPr>
            <a:r>
              <a:t>●  Executive Center &amp; AI Business Analyst — root cause, rekomendasi, action plan otomatis</a:t>
            </a:r>
          </a:p>
          <a:p>
            <a:pPr>
              <a:spcAft>
                <a:spcPts val="1400"/>
              </a:spcAft>
              <a:defRPr sz="1700" b="0">
                <a:solidFill>
                  <a:srgbClr val="A8B0BF"/>
                </a:solidFill>
                <a:latin typeface="Manrope"/>
              </a:defRPr>
            </a:pPr>
            <a:r>
              <a:t>●  Communication Center — WhatsApp, Instagram, Facebook, Telegram, Website, Email</a:t>
            </a:r>
          </a:p>
          <a:p>
            <a:pPr>
              <a:spcAft>
                <a:spcPts val="1400"/>
              </a:spcAft>
              <a:defRPr sz="1700" b="0">
                <a:solidFill>
                  <a:srgbClr val="A8B0BF"/>
                </a:solidFill>
                <a:latin typeface="Manrope"/>
              </a:defRPr>
            </a:pPr>
            <a:r>
              <a:t>●  Knowledge Base AI — auto-generate FAQ &amp; SOP dari dokumen</a:t>
            </a:r>
          </a:p>
          <a:p>
            <a:pPr>
              <a:spcAft>
                <a:spcPts val="1400"/>
              </a:spcAft>
              <a:defRPr sz="1700" b="0">
                <a:solidFill>
                  <a:srgbClr val="A8B0BF"/>
                </a:solidFill>
                <a:latin typeface="Manrope"/>
              </a:defRPr>
            </a:pPr>
            <a:r>
              <a:t>●  Investor Demo Mode — AI menganalisis bisnis secara live, dalam hitungan detik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3550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8B0BF"/>
                </a:solidFill>
                <a:latin typeface="Manrope"/>
              </a:defRPr>
            </a:pPr>
            <a: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7E8"/>
                </a:solidFill>
                <a:latin typeface="Manrope"/>
              </a:defRPr>
            </a:pPr>
            <a:r>
              <a:t>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4F6F8"/>
                </a:solidFill>
                <a:latin typeface="Manrope"/>
              </a:defRPr>
            </a:pPr>
            <a:r>
              <a:t>Multi Agent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91153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0">
                <a:solidFill>
                  <a:srgbClr val="A8B0BF"/>
                </a:solidFill>
                <a:latin typeface="Manrope"/>
              </a:defRPr>
            </a:pPr>
            <a:r>
              <a:t>●  Supervisor Agent mengoordinasikan seluruh agent spesialis</a:t>
            </a:r>
          </a:p>
          <a:p>
            <a:pPr>
              <a:spcAft>
                <a:spcPts val="1400"/>
              </a:spcAft>
              <a:defRPr sz="1700" b="0">
                <a:solidFill>
                  <a:srgbClr val="A8B0BF"/>
                </a:solidFill>
                <a:latin typeface="Manrope"/>
              </a:defRPr>
            </a:pPr>
            <a:r>
              <a:t>●  FastAPI + PostgreSQL — backend multi-tenant, terisolasi penuh per workspace</a:t>
            </a:r>
          </a:p>
          <a:p>
            <a:pPr>
              <a:spcAft>
                <a:spcPts val="1400"/>
              </a:spcAft>
              <a:defRPr sz="1700" b="0">
                <a:solidFill>
                  <a:srgbClr val="A8B0BF"/>
                </a:solidFill>
                <a:latin typeface="Manrope"/>
              </a:defRPr>
            </a:pPr>
            <a:r>
              <a:t>●  Groq LLM — inferensi cepat untuk seluruh kecerdasan AI agent</a:t>
            </a:r>
          </a:p>
          <a:p>
            <a:pPr>
              <a:spcAft>
                <a:spcPts val="1400"/>
              </a:spcAft>
              <a:defRPr sz="1700" b="0">
                <a:solidFill>
                  <a:srgbClr val="A8B0BF"/>
                </a:solidFill>
                <a:latin typeface="Manrope"/>
              </a:defRPr>
            </a:pPr>
            <a:r>
              <a:t>●  Human-in-the-loop — setiap keputusan penting tetap memerlukan persetujuan manusia</a:t>
            </a:r>
          </a:p>
          <a:p>
            <a:pPr>
              <a:spcAft>
                <a:spcPts val="1400"/>
              </a:spcAft>
              <a:defRPr sz="1700" b="0">
                <a:solidFill>
                  <a:srgbClr val="A8B0BF"/>
                </a:solidFill>
                <a:latin typeface="Manrope"/>
              </a:defRPr>
            </a:pPr>
            <a:r>
              <a:t>●  RBAC, audit log, dan enkripsi kredensial di setiap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3550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8B0BF"/>
                </a:solidFill>
                <a:latin typeface="Manrope"/>
              </a:defRPr>
            </a:pPr>
            <a: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7E8"/>
                </a:solidFill>
                <a:latin typeface="Manrope"/>
              </a:defRPr>
            </a:pPr>
            <a: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4F6F8"/>
                </a:solidFill>
                <a:latin typeface="Manrope"/>
              </a:defRPr>
            </a:pPr>
            <a:r>
              <a:t>Indonesia, UMKM, SME, Enterprise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91153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0">
                <a:solidFill>
                  <a:srgbClr val="A8B0BF"/>
                </a:solidFill>
                <a:latin typeface="Manrope"/>
              </a:defRPr>
            </a:pPr>
            <a:r>
              <a:t>●  Indonesia — salah satu ekonomi digital dengan pertumbuhan tercepat di Asia Tenggara</a:t>
            </a:r>
          </a:p>
          <a:p>
            <a:pPr>
              <a:spcAft>
                <a:spcPts val="1400"/>
              </a:spcAft>
              <a:defRPr sz="1700" b="0">
                <a:solidFill>
                  <a:srgbClr val="A8B0BF"/>
                </a:solidFill>
                <a:latin typeface="Manrope"/>
              </a:defRPr>
            </a:pPr>
            <a:r>
              <a:t>●  60+ juta UMKM, sebagian besar belum terjangkau teknologi AI Workforce</a:t>
            </a:r>
          </a:p>
          <a:p>
            <a:pPr>
              <a:spcAft>
                <a:spcPts val="1400"/>
              </a:spcAft>
              <a:defRPr sz="1700" b="0">
                <a:solidFill>
                  <a:srgbClr val="A8B0BF"/>
                </a:solidFill>
                <a:latin typeface="Manrope"/>
              </a:defRPr>
            </a:pPr>
            <a:r>
              <a:t>●  Bisnis menengah (SME) butuh otomasi CS &amp; sales tanpa menambah tim besar</a:t>
            </a:r>
          </a:p>
          <a:p>
            <a:pPr>
              <a:spcAft>
                <a:spcPts val="1400"/>
              </a:spcAft>
              <a:defRPr sz="1700" b="0">
                <a:solidFill>
                  <a:srgbClr val="A8B0BF"/>
                </a:solidFill>
                <a:latin typeface="Manrope"/>
              </a:defRPr>
            </a:pPr>
            <a:r>
              <a:t>●  Enterprise butuh AI Workforce multi-tenant dengan kendali akses korporat</a:t>
            </a:r>
          </a:p>
          <a:p>
            <a:pPr>
              <a:spcAft>
                <a:spcPts val="1400"/>
              </a:spcAft>
              <a:defRPr sz="1700" b="0">
                <a:solidFill>
                  <a:srgbClr val="A8B0BF"/>
                </a:solidFill>
                <a:latin typeface="Manrope"/>
              </a:defRPr>
            </a:pPr>
            <a:r>
              <a:t>●  Satu platform, tiga segmen pasar — dari UMKM hingga enterprise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3550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8B0BF"/>
                </a:solidFill>
                <a:latin typeface="Manrope"/>
              </a:defRPr>
            </a:pPr>
            <a: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7E8"/>
                </a:solidFill>
                <a:latin typeface="Manrope"/>
              </a:defRPr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4F6F8"/>
                </a:solidFill>
                <a:latin typeface="Manrope"/>
              </a:defRPr>
            </a:pPr>
            <a:r>
              <a:t>Subscription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91153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0">
                <a:solidFill>
                  <a:srgbClr val="A8B0BF"/>
                </a:solidFill>
                <a:latin typeface="Manrope"/>
              </a:defRPr>
            </a:pPr>
            <a:r>
              <a:t>●  Free — Rp0, 1 AI Agent, 100 percakapan/bulan</a:t>
            </a:r>
          </a:p>
          <a:p>
            <a:pPr>
              <a:spcAft>
                <a:spcPts val="1400"/>
              </a:spcAft>
              <a:defRPr sz="1700" b="0">
                <a:solidFill>
                  <a:srgbClr val="A8B0BF"/>
                </a:solidFill>
                <a:latin typeface="Manrope"/>
              </a:defRPr>
            </a:pPr>
            <a:r>
              <a:t>●  Starter — Rp99rb/bulan, 2 AI Agents, Knowledge Base dasar</a:t>
            </a:r>
          </a:p>
          <a:p>
            <a:pPr>
              <a:spcAft>
                <a:spcPts val="1400"/>
              </a:spcAft>
              <a:defRPr sz="1700" b="0">
                <a:solidFill>
                  <a:srgbClr val="A8B0BF"/>
                </a:solidFill>
                <a:latin typeface="Manrope"/>
              </a:defRPr>
            </a:pPr>
            <a:r>
              <a:t>●  Pro — Rp299rb/bulan, 5 AI Agents, WhatsApp integration, Analytics lengkap</a:t>
            </a:r>
          </a:p>
          <a:p>
            <a:pPr>
              <a:spcAft>
                <a:spcPts val="1400"/>
              </a:spcAft>
              <a:defRPr sz="1700" b="0">
                <a:solidFill>
                  <a:srgbClr val="A8B0BF"/>
                </a:solidFill>
                <a:latin typeface="Manrope"/>
              </a:defRPr>
            </a:pPr>
            <a:r>
              <a:t>●  Business — Rp999rb/bulan, 10 AI Agents, Team Management, Priority Support</a:t>
            </a:r>
          </a:p>
          <a:p>
            <a:pPr>
              <a:spcAft>
                <a:spcPts val="1400"/>
              </a:spcAft>
              <a:defRPr sz="1700" b="0">
                <a:solidFill>
                  <a:srgbClr val="A8B0BF"/>
                </a:solidFill>
                <a:latin typeface="Manrope"/>
              </a:defRPr>
            </a:pPr>
            <a:r>
              <a:t>●  Enterprise — Custom, Unlimited Agents, White Label, SLA, SSO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3550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8B0BF"/>
                </a:solidFill>
                <a:latin typeface="Manrope"/>
              </a:defRPr>
            </a:pPr>
            <a: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7E8"/>
                </a:solidFill>
                <a:latin typeface="Manrope"/>
              </a:defRPr>
            </a:pPr>
            <a:r>
              <a:t>COMPETITIVE ADVANTAGE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4F6F8"/>
                </a:solidFill>
                <a:latin typeface="Manrope"/>
              </a:defRPr>
            </a:pPr>
            <a:r>
              <a:t>Mengapa BotNesia Berbeda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91153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0">
                <a:solidFill>
                  <a:srgbClr val="A8B0BF"/>
                </a:solidFill>
                <a:latin typeface="Manrope"/>
              </a:defRPr>
            </a:pPr>
            <a:r>
              <a:t>●  AI Workforce lengkap — bukan sekadar chatbot FAQ</a:t>
            </a:r>
          </a:p>
          <a:p>
            <a:pPr>
              <a:spcAft>
                <a:spcPts val="1400"/>
              </a:spcAft>
              <a:defRPr sz="1700" b="0">
                <a:solidFill>
                  <a:srgbClr val="A8B0BF"/>
                </a:solidFill>
                <a:latin typeface="Manrope"/>
              </a:defRPr>
            </a:pPr>
            <a:r>
              <a:t>●  Human-in-the-loop di setiap keputusan penting, bukan AI yang berjalan sendiri</a:t>
            </a:r>
          </a:p>
          <a:p>
            <a:pPr>
              <a:spcAft>
                <a:spcPts val="1400"/>
              </a:spcAft>
              <a:defRPr sz="1700" b="0">
                <a:solidFill>
                  <a:srgbClr val="A8B0BF"/>
                </a:solidFill>
                <a:latin typeface="Manrope"/>
              </a:defRPr>
            </a:pPr>
            <a:r>
              <a:t>●  Multi-tenant sejak awal — arsitektur siap untuk skala enterprise</a:t>
            </a:r>
          </a:p>
          <a:p>
            <a:pPr>
              <a:spcAft>
                <a:spcPts val="1400"/>
              </a:spcAft>
              <a:defRPr sz="1700" b="0">
                <a:solidFill>
                  <a:srgbClr val="A8B0BF"/>
                </a:solidFill>
                <a:latin typeface="Manrope"/>
              </a:defRPr>
            </a:pPr>
            <a:r>
              <a:t>●  Dibangun untuk Indonesia — Bahasa Indonesia native, WhatsApp-first</a:t>
            </a:r>
          </a:p>
          <a:p>
            <a:pPr>
              <a:spcAft>
                <a:spcPts val="1400"/>
              </a:spcAft>
              <a:defRPr sz="1700" b="0">
                <a:solidFill>
                  <a:srgbClr val="A8B0BF"/>
                </a:solidFill>
                <a:latin typeface="Manrope"/>
              </a:defRPr>
            </a:pPr>
            <a:r>
              <a:t>●  Executive Center menyatukan 6 domain bisnis jadi satu skor kesehatan bisnis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3550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8B0BF"/>
                </a:solidFill>
                <a:latin typeface="Manrope"/>
              </a:defRPr>
            </a:pPr>
            <a: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7E8"/>
                </a:solidFill>
                <a:latin typeface="Manrope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4F6F8"/>
                </a:solidFill>
                <a:latin typeface="Manrope"/>
              </a:defRPr>
            </a:pPr>
            <a:r>
              <a:t>12 Bulan ke Depan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91153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0">
                <a:solidFill>
                  <a:srgbClr val="A8B0BF"/>
                </a:solidFill>
                <a:latin typeface="Manrope"/>
              </a:defRPr>
            </a:pPr>
            <a:r>
              <a:t>●  Q1 — Perluasan integrasi WhatsApp Business API &amp; onboarding tenant baru</a:t>
            </a:r>
          </a:p>
          <a:p>
            <a:pPr>
              <a:spcAft>
                <a:spcPts val="1400"/>
              </a:spcAft>
              <a:defRPr sz="1700" b="0">
                <a:solidFill>
                  <a:srgbClr val="A8B0BF"/>
                </a:solidFill>
                <a:latin typeface="Manrope"/>
              </a:defRPr>
            </a:pPr>
            <a:r>
              <a:t>●  Q2 — White-label &amp; multi-tenant reseller untuk agency/partner</a:t>
            </a:r>
          </a:p>
          <a:p>
            <a:pPr>
              <a:spcAft>
                <a:spcPts val="1400"/>
              </a:spcAft>
              <a:defRPr sz="1700" b="0">
                <a:solidFill>
                  <a:srgbClr val="A8B0BF"/>
                </a:solidFill>
                <a:latin typeface="Manrope"/>
              </a:defRPr>
            </a:pPr>
            <a:r>
              <a:t>●  Q3 — Perluasan AI Workforce Marketplace &amp; template industri baru</a:t>
            </a:r>
          </a:p>
          <a:p>
            <a:pPr>
              <a:spcAft>
                <a:spcPts val="1400"/>
              </a:spcAft>
              <a:defRPr sz="1700" b="0">
                <a:solidFill>
                  <a:srgbClr val="A8B0BF"/>
                </a:solidFill>
                <a:latin typeface="Manrope"/>
              </a:defRPr>
            </a:pPr>
            <a:r>
              <a:t>●  Q4 — Kemitraan strategis dengan inkubator &amp; program AI nasional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3550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8B0BF"/>
                </a:solidFill>
                <a:latin typeface="Manrope"/>
              </a:defRPr>
            </a:pPr>
            <a: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7E8"/>
                </a:solidFill>
                <a:latin typeface="Manrope"/>
              </a:defRPr>
            </a:pPr>
            <a:r>
              <a:t>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4F6F8"/>
                </a:solidFill>
                <a:latin typeface="Manrope"/>
              </a:defRPr>
            </a:pPr>
            <a:r>
              <a:t>Menjadi AI Workforce Platform Terbesar di Indonesia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91153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A8B0BF"/>
                </a:solidFill>
                <a:latin typeface="Manrope"/>
              </a:defRPr>
            </a:pPr>
            <a:r>
              <a:t>Menjadi platform AI Workforce nomor satu di Indonesia — tempat setiap</a:t>
            </a:r>
          </a:p>
          <a:p>
            <a:pPr>
              <a:spcAft>
                <a:spcPts val="1200"/>
              </a:spcAft>
              <a:defRPr sz="1700" b="0">
                <a:solidFill>
                  <a:srgbClr val="A8B0BF"/>
                </a:solidFill>
                <a:latin typeface="Manrope"/>
              </a:defRPr>
            </a:pPr>
            <a:r>
              <a:t>UMKM hingga perusahaan besar bisa memiliki tim AI selengkap perusahaan</a:t>
            </a:r>
          </a:p>
          <a:p>
            <a:pPr>
              <a:spcAft>
                <a:spcPts val="1200"/>
              </a:spcAft>
              <a:defRPr sz="1700" b="0">
                <a:solidFill>
                  <a:srgbClr val="A8B0BF"/>
                </a:solidFill>
                <a:latin typeface="Manrope"/>
              </a:defRPr>
            </a:pPr>
            <a:r>
              <a:t>teknologi besar, tanpa harus membangun tim engineering sendiri.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3550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8B0BF"/>
                </a:solidFill>
                <a:latin typeface="Manrope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